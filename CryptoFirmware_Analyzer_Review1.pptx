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82296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371600"/>
            <a:ext cx="1280160" cy="1280160"/>
          </a:xfrm>
          <a:prstGeom prst="ellipse">
            <a:avLst/>
          </a:prstGeom>
          <a:solidFill>
            <a:srgbClr val="1A20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2011680"/>
            <a:ext cx="1463040" cy="100584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77640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CryptoFirmware Analyzer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Identification of Cryptographic Primitives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Protocols in Multi-Architecture Firmware Binaries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73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IoTCSBCM601  </a:t>
            </a:r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•  Mini Project Review-1  •  </a:t>
            </a:r>
            <a:pPr algn="ctr"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Department of CSE (IoTCSBT)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138928"/>
            <a:ext cx="9144000" cy="457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Bottleneck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engineers must manually identify crypto algorithms in firmware — slow, error-prone, and requires deep expertise.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26080"/>
            <a:ext cx="64008" cy="1783080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Multi-Architecture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runs on ARM, x86, MIPS, PowerPC. Each architecture compiles crypto differently, complicating detection.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64008" cy="1783080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51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1069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Implementations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 obfuscated crypto libraries don't match known signatures. Rule-based tools fail on modified implementations.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64008" cy="1783080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Problem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supply chains have thousands of firmware variants. Automated, scalable analysis is essential for security auditing.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IoTCSBCM601 — Mini Project Review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28016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280160" cy="64008"/>
          </a:xfrm>
          <a:prstGeom prst="rect">
            <a:avLst/>
          </a:prstGeom>
          <a:solidFill>
            <a:srgbClr val="889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72184" y="1783080"/>
            <a:ext cx="109728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2184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81912" y="777240"/>
            <a:ext cx="141732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81912" y="777240"/>
            <a:ext cx="1417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1912" y="868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81912" y="12344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27632" y="19202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08376" y="1783080"/>
            <a:ext cx="109728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18104" y="777240"/>
            <a:ext cx="141732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18104" y="777240"/>
            <a:ext cx="1417320" cy="64008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868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18104" y="12344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163824" y="19202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44568" y="1783080"/>
            <a:ext cx="109728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54296" y="777240"/>
            <a:ext cx="141732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4296" y="777240"/>
            <a:ext cx="1417320" cy="64008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868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54296" y="12344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00016" y="19202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783080"/>
            <a:ext cx="109728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0488" y="777240"/>
            <a:ext cx="141732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AA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0488" y="777240"/>
            <a:ext cx="1417320" cy="64008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868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0488" y="12344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36208" y="19202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16952" y="1783080"/>
            <a:ext cx="109728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777240"/>
            <a:ext cx="1280160" cy="2011680"/>
          </a:xfrm>
          <a:prstGeom prst="rect">
            <a:avLst/>
          </a:prstGeom>
          <a:solidFill>
            <a:srgbClr val="1A2035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26680" y="777240"/>
            <a:ext cx="128016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868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26680" y="1234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772400" y="192024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017520"/>
            <a:ext cx="1600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063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/ PE / Mach-O Parser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011680" y="3017520"/>
            <a:ext cx="1600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3063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Analysis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749040" y="3017520"/>
            <a:ext cx="1600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3063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256-feature Byte Histogram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0" y="3017520"/>
            <a:ext cx="1600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3063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Constant DB (AES, SHA, MD5, RSA)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3017520"/>
            <a:ext cx="16002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3063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432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Tech Stack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36776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36776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816352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16352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995928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95928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175504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75504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55080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534656" y="4206240"/>
            <a:ext cx="109728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34656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(integration-ready)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840480" cy="4206240"/>
          </a:xfrm>
          <a:prstGeom prst="rect">
            <a:avLst/>
          </a:prstGeom>
          <a:solidFill>
            <a:srgbClr val="1A2035"/>
          </a:solidFill>
          <a:ln w="25400">
            <a:solidFill>
              <a:srgbClr val="AA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3840480" cy="73152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(per 256-byte block)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807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48840" y="1389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encrypted/random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6479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Histogram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7830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256-bin frequency distribution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5798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67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Std Dev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21762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551176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511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Entropy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2569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byte pair analysis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4436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953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Ratio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48840" y="29626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text detection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337560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375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3467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Zero-byte Ratio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48840" y="33558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padding / alignment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730752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3075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739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stat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48840" y="37490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vs expected dist.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123944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2394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Run Length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48840" y="4142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byte detection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517136"/>
            <a:ext cx="347472" cy="292608"/>
          </a:xfrm>
          <a:prstGeom prst="rect">
            <a:avLst/>
          </a:prstGeom>
          <a:solidFill>
            <a:srgbClr val="AA4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5171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F"/>
                </a:solidFill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Range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48840" y="45354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spread (0-255)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267 features per block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777240"/>
            <a:ext cx="448056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343400" y="777240"/>
            <a:ext cx="448056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868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0" y="13716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1371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0" y="16276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0" y="1627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levels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0" y="18836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17920" y="18836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synthetic samples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0" y="21396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17920" y="2139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~94%+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0" y="2395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17920" y="23957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bytes (sliding window)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43400" y="2926080"/>
            <a:ext cx="4480560" cy="2057400"/>
          </a:xfrm>
          <a:prstGeom prst="rect">
            <a:avLst/>
          </a:prstGeom>
          <a:solidFill>
            <a:srgbClr val="1A2035"/>
          </a:solidFill>
          <a:ln w="254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43400" y="2926080"/>
            <a:ext cx="448056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29992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480560" y="3474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Encrypted Data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480560" y="3767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Machine Code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480560" y="4059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Plaintext/Config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480560" y="43525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AES Constants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720840" y="3474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Hash Constants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720840" y="3767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RSA Key Material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20840" y="4059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Compressed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43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41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🗝️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43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99%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256-byte S-Box lookup table compiled into binary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S-Box: 0x63 0x7C 0x77 0x7B 0xF2 0x6B 0x6F...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04672"/>
            <a:ext cx="274320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941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#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13048" y="941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1243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536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hash values (H0-H7) and K constants embedded as 32-bit BE words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4408" y="217627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AA0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H0=0x6a09e667, H1=0xbb67ae85, K[0]=0x428a2f98...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17336" y="80467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804672"/>
            <a:ext cx="27432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941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57416" y="941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57416" y="1243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8776" y="1536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32-bit initialization constants in LE byte order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08776" y="217627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0x67452301 0xefcdab89 0x98badcfe 0x10325476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295351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AA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53512"/>
            <a:ext cx="2743200" cy="73152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090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3392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3685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32-bit initialization words in big-endian format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32511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AA44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4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H0=0x67452301, H4=0xc3d2e1f0 (BE)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72968" y="295351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2953512"/>
            <a:ext cx="2743200" cy="73152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090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813048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/ EC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13048" y="3392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64408" y="3685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PKCS#8 ASN.1 OID sequence + PEM header markers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64408" y="432511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4466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OID: 2a 86 48 86 f7 0d 01 01 | -----BEGIN RSA...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17336" y="2953512"/>
            <a:ext cx="2743200" cy="1938528"/>
          </a:xfrm>
          <a:prstGeom prst="rect">
            <a:avLst/>
          </a:prstGeom>
          <a:solidFill>
            <a:srgbClr val="1A2035"/>
          </a:solidFill>
          <a:ln w="254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17336" y="2953512"/>
            <a:ext cx="2743200" cy="73152"/>
          </a:xfrm>
          <a:prstGeom prst="rect">
            <a:avLst/>
          </a:prstGeom>
          <a:solidFill>
            <a:srgbClr val="889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3090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757416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57416" y="3392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~85%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685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entropy &gt; 7.2 flagged as encrypted sections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08776" y="4325112"/>
            <a:ext cx="25603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Shannon H &gt; 7.2 bits/byte → encrypted / compressed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Multi-Architecture Firmware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804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Format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17720" y="804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OS/Env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804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8686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23444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/ x86-64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ELF, 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Windows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73352"/>
            <a:ext cx="86868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673352"/>
            <a:ext cx="54864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32-bit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RTOS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112264"/>
            <a:ext cx="8686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112264"/>
            <a:ext cx="54864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AArch64 (ARM 64)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ELF, Mach-O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551176"/>
            <a:ext cx="86868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551176"/>
            <a:ext cx="54864" cy="411480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96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(32/64)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2596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596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RTOS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2596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2990088"/>
            <a:ext cx="8686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2990088"/>
            <a:ext cx="54864" cy="411480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VxWorks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429000"/>
            <a:ext cx="86868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429000"/>
            <a:ext cx="54864" cy="411480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bare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069080"/>
            <a:ext cx="8686800" cy="96012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Architecture-Agnostic Detection Approach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4453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constants (AES S-box, SHA-256 K values, etc.) are architecture-independent byte sequences. Whether compiled for ARM or x86, they appear as identical byte patterns in the binary — making signature detection universally effective across all architectures.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Test Firmware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4114800"/>
          </a:xfrm>
          <a:prstGeom prst="rect">
            <a:avLst/>
          </a:prstGeom>
          <a:solidFill>
            <a:srgbClr val="060A14"/>
          </a:solidFill>
          <a:ln w="1905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86868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 CryptoFirmware Analyzer  —  test_firmware.elf  (3,391 bytes)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96596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3,391 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6596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371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42032" y="1755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Hits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72584" y="1325880"/>
            <a:ext cx="196596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FFAA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371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7.27 b/B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72584" y="1755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03136" y="1325880"/>
            <a:ext cx="196596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AA4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371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1755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Detected Cryptographic Primitives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633472"/>
            <a:ext cx="6217920" cy="347472"/>
          </a:xfrm>
          <a:prstGeom prst="rect">
            <a:avLst/>
          </a:prstGeom>
          <a:solidFill>
            <a:srgbClr val="1A2035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33472"/>
            <a:ext cx="54864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60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 —  99% confidence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670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AES S-Box embedded at 0x00000238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6217920" cy="347472"/>
          </a:xfrm>
          <a:prstGeom prst="rect">
            <a:avLst/>
          </a:prstGeom>
          <a:solidFill>
            <a:srgbClr val="1A2035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44952"/>
            <a:ext cx="54864" cy="347472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 —  97% confidence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081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H0-H7 init constants at 0x00000148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456432"/>
            <a:ext cx="6217920" cy="347472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456432"/>
            <a:ext cx="5486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 —  97% confidence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 initialization constants at 0x000001FC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Entropy Profile  (sample)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95160" y="3072384"/>
            <a:ext cx="118872" cy="219456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41464" y="2999232"/>
            <a:ext cx="118872" cy="29260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87768" y="3035808"/>
            <a:ext cx="118872" cy="256032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34072" y="2743200"/>
            <a:ext cx="118872" cy="548640"/>
          </a:xfrm>
          <a:prstGeom prst="rect">
            <a:avLst/>
          </a:prstGeom>
          <a:solidFill>
            <a:srgbClr val="FF446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0376" y="2721254"/>
            <a:ext cx="118872" cy="570586"/>
          </a:xfrm>
          <a:prstGeom prst="rect">
            <a:avLst/>
          </a:prstGeom>
          <a:solidFill>
            <a:srgbClr val="FF446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0" y="2735885"/>
            <a:ext cx="118872" cy="555955"/>
          </a:xfrm>
          <a:prstGeom prst="rect">
            <a:avLst/>
          </a:prstGeom>
          <a:solidFill>
            <a:srgbClr val="FF446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72984" y="2713939"/>
            <a:ext cx="118872" cy="577901"/>
          </a:xfrm>
          <a:prstGeom prst="rect">
            <a:avLst/>
          </a:prstGeom>
          <a:solidFill>
            <a:srgbClr val="FF446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9288" y="3057754"/>
            <a:ext cx="118872" cy="234086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65592" y="3108960"/>
            <a:ext cx="118872" cy="18288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11896" y="2999232"/>
            <a:ext cx="118872" cy="29260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8200" y="2765146"/>
            <a:ext cx="118872" cy="526694"/>
          </a:xfrm>
          <a:prstGeom prst="rect">
            <a:avLst/>
          </a:prstGeom>
          <a:solidFill>
            <a:srgbClr val="FFAA0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04504" y="2750515"/>
            <a:ext cx="118872" cy="541325"/>
          </a:xfrm>
          <a:prstGeom prst="rect">
            <a:avLst/>
          </a:prstGeom>
          <a:solidFill>
            <a:srgbClr val="FF446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858768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913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🏗️ Binary Info:   ELF 64-bit  |  x86-64  |  Little-Endian  |  System V ABI  |  SHA-256: 4a3f2d1c...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892040" cy="4160520"/>
          </a:xfrm>
          <a:prstGeom prst="rect">
            <a:avLst/>
          </a:prstGeom>
          <a:solidFill>
            <a:srgbClr val="060A14"/>
          </a:solidFill>
          <a:ln w="1905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892040" cy="347472"/>
          </a:xfrm>
          <a:prstGeom prst="rect">
            <a:avLst/>
          </a:prstGeom>
          <a:solidFill>
            <a:srgbClr val="1A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— signature_scan()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signature_scan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(data: bytes):
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 = []
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algo, sigs 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CRYPTO_SIGNATURES.items():
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sig, conf, desc 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sigs:
</a:t>
            </a:r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offset = data.find(sig)
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!= -1:
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hits.append({
</a:t>
            </a:r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'algorithm': algo,
</a:t>
            </a:r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'confidence': conf,
</a:t>
            </a:r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'offset': offset,
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})
</a:t>
            </a:r>
            <a:pPr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49240" y="777240"/>
            <a:ext cx="3566160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AA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9240" y="777240"/>
            <a:ext cx="64008" cy="896112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850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1888" y="8503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1612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synthetic binary chunks generated with PyCryptodome — real AES/SHA/RSA encrypted data + plaintext + code.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49240" y="1783080"/>
            <a:ext cx="3566160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783080"/>
            <a:ext cx="64008" cy="89611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8562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1888" y="1856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(150 trees)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1671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267-feature vectors per 256-byte block. Sliding window across binary gives region-level classification.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49240" y="2788920"/>
            <a:ext cx="3566160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2788920"/>
            <a:ext cx="64008" cy="896112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2862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1888" y="2862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Detection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17296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scanner: exact byte pattern match (high confidence). ML: probabilistic region classification. Both run in parallel.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49240" y="3794760"/>
            <a:ext cx="3566160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3794760"/>
            <a:ext cx="64008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3867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1888" y="3867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1788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→ real-time analysis → interactive Plotly entropy map → detection cards with offset + confidence scores.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AA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43200" cy="64008"/>
          </a:xfrm>
          <a:prstGeom prst="rect">
            <a:avLst/>
          </a:prstGeom>
          <a:solidFill>
            <a:srgbClr val="AA4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594360" cy="228600"/>
          </a:xfrm>
          <a:prstGeom prst="rect">
            <a:avLst/>
          </a:prstGeom>
          <a:solidFill>
            <a:srgbClr val="AA44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399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CNN/BiLSTM on raw byte sequences for detecting obfuscated/custom crypto implementations that bypass signature detection.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04672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914400"/>
            <a:ext cx="594360" cy="22860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9144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04488" y="896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4408" y="1399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/ Ghidra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8105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disassembly pipeline — analyze opcode sequences and call graphs to identify crypto at function level, not just data level.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17336" y="80467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804672"/>
            <a:ext cx="2743200" cy="64008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914400"/>
            <a:ext cx="594360" cy="228600"/>
          </a:xfrm>
          <a:prstGeom prst="rect">
            <a:avLst/>
          </a:prstGeom>
          <a:solidFill>
            <a:srgbClr val="FFAA00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9144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48856" y="896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08776" y="1399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Detection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18105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primitives to identify TLS 1.2/1.3, SSH, IPSec protocols by their handshake byte patterns in network firmware.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95351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53512"/>
            <a:ext cx="27432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063240"/>
            <a:ext cx="594360" cy="228600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632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120" y="3044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959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DB of analyzed firmwares. Cross-vendor vulnerability correlation — find same weak crypto across device families.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72968" y="295351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953512"/>
            <a:ext cx="2743200" cy="64008"/>
          </a:xfrm>
          <a:prstGeom prst="rect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3063240"/>
            <a:ext cx="594360" cy="228600"/>
          </a:xfrm>
          <a:prstGeom prst="rect">
            <a:avLst/>
          </a:prstGeom>
          <a:solidFill>
            <a:srgbClr val="FF446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0632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904488" y="3044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264408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Analysis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0128" y="3959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embedded agent on IoT gateways for live firmware inspection during OTA updates. Zero-day crypto vulnerability alerts.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17336" y="2953512"/>
            <a:ext cx="2743200" cy="1965960"/>
          </a:xfrm>
          <a:prstGeom prst="rect">
            <a:avLst/>
          </a:prstGeom>
          <a:solidFill>
            <a:srgbClr val="1A2035"/>
          </a:solidFill>
          <a:ln w="254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17336" y="2953512"/>
            <a:ext cx="2743200" cy="64008"/>
          </a:xfrm>
          <a:prstGeom prst="rect">
            <a:avLst/>
          </a:prstGeom>
          <a:solidFill>
            <a:srgbClr val="889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8776" y="3063240"/>
            <a:ext cx="594360" cy="228600"/>
          </a:xfrm>
          <a:prstGeom prst="rect">
            <a:avLst/>
          </a:prstGeom>
          <a:solidFill>
            <a:srgbClr val="8899B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30632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48856" y="3044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208776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Service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54496" y="3959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 for CI/CD pipeline integration — automated firmware security gate before shipping IoT products.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365760"/>
            <a:ext cx="4572000" cy="45720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73152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60120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005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ML-powered firmware analyzer detecting AES, SHA-256, MD5, RSA and more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664208"/>
            <a:ext cx="73152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64208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099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170992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Dual-engine: signature scanning (99% confidence) + Random Forest ML (94%+ accuracy)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2368296"/>
            <a:ext cx="73152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368296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41401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24140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Multi-architecture support: x86, x86-64, ARM, AArch64, MIPS, PowerPC via ELF/PE/Mach-O parsing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072384"/>
            <a:ext cx="73152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72384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1181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1181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web UI with real-time entropy visualization and detection cards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3776472"/>
            <a:ext cx="73152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76472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8221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38221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pipeline using PyCryptodome — reproducible and extensible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445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IoTCSBCM601  ·  Mini Project Review-1  ·  Anjuman-I-Islam's M.H. Saboo Siddik College of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Crypto Firmware Analyzer</dc:title>
  <dc:subject>PptxGenJS Presentation</dc:subject>
  <dc:creator>IoTCSBCM601 Team</dc:creator>
  <cp:lastModifiedBy>IoTCSBCM601 Team</cp:lastModifiedBy>
  <cp:revision>1</cp:revision>
  <dcterms:created xsi:type="dcterms:W3CDTF">2026-03-03T08:53:52Z</dcterms:created>
  <dcterms:modified xsi:type="dcterms:W3CDTF">2026-03-03T08:53:52Z</dcterms:modified>
</cp:coreProperties>
</file>